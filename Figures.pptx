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92D9F-DD23-D14C-2D23-EF37368070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4B631F-C117-833A-5F3E-38000FF68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60EA0-D9B9-F46C-1402-F49D53C2D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D3463-58A7-BD41-8B73-E4FEB1C77078}" type="datetimeFigureOut">
              <a:rPr lang="en-KR" smtClean="0"/>
              <a:t>6/16/25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33EEA-7960-230D-B701-DA605A60D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EFC0D-4F79-997A-BAB9-051DB0526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5F75C-2807-A44E-A3D7-A64FEFA86A1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27706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1ACA8-9507-F1F6-E085-322BF59D3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87A16-88E6-70AE-341A-F56DA4800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B253E-2334-173A-295C-A80D35351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D3463-58A7-BD41-8B73-E4FEB1C77078}" type="datetimeFigureOut">
              <a:rPr lang="en-KR" smtClean="0"/>
              <a:t>6/16/25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688BD-DB89-0548-A5F8-0C215BF58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03F8B-687C-8864-9E9E-A5D3A37F3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5F75C-2807-A44E-A3D7-A64FEFA86A1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42437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90D98-F5FB-A768-18D4-444D113D9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753D0-7116-28B0-03F5-666AF4150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A1EFD-96E3-5219-BECF-6CD56BBE6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D3463-58A7-BD41-8B73-E4FEB1C77078}" type="datetimeFigureOut">
              <a:rPr lang="en-KR" smtClean="0"/>
              <a:t>6/16/25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24FE8-6164-990D-2A34-1F779FC5D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E7E2F-5948-AA74-1745-A430C87FC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5F75C-2807-A44E-A3D7-A64FEFA86A1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260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2F134-72B9-E165-0206-B36372F5A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8F905-4D24-AEBA-D20A-46198B84B3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90A87E-BAF2-74BD-25B3-395396EC32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F2049F-62BB-026B-756F-359F86503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D3463-58A7-BD41-8B73-E4FEB1C77078}" type="datetimeFigureOut">
              <a:rPr lang="en-KR" smtClean="0"/>
              <a:t>6/16/25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8C00F-57B9-8F78-C71C-31ECE07BD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2C49B1-356B-C125-6D46-C72FE4846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5F75C-2807-A44E-A3D7-A64FEFA86A1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009524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68BE4-F4A5-A227-460B-234B03C6A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E42A4-2208-42DE-8146-2C83ADF95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AC376E-5CB8-F1EA-7190-615BC8ED87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B3AE7F-AA57-949A-305F-A6C176F6D2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A3405A-71A2-5EB8-3F7F-22589899DE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40CD80-1143-61C2-03EF-C2046321F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D3463-58A7-BD41-8B73-E4FEB1C77078}" type="datetimeFigureOut">
              <a:rPr lang="en-KR" smtClean="0"/>
              <a:t>6/16/25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17BAAD-B30F-4939-E440-F6B442C37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C51C06-67A9-04E9-772D-040D7691F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5F75C-2807-A44E-A3D7-A64FEFA86A1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004723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B671-171B-D38C-AAC7-285CFC008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8AF8A7-309E-DD08-2F94-F069AB06D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D3463-58A7-BD41-8B73-E4FEB1C77078}" type="datetimeFigureOut">
              <a:rPr lang="en-KR" smtClean="0"/>
              <a:t>6/16/25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C36F8A-863F-6617-7498-BAB9DFDB1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BE275D-EE5E-EA6A-AE2E-D0F1F276B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5F75C-2807-A44E-A3D7-A64FEFA86A1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322903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E48FEB-7717-6F47-0B69-2012E556C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D3463-58A7-BD41-8B73-E4FEB1C77078}" type="datetimeFigureOut">
              <a:rPr lang="en-KR" smtClean="0"/>
              <a:t>6/16/25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5F1EAF-7656-2922-3075-7E736844A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603BA-6C94-4BF5-9AA6-0A9739410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5F75C-2807-A44E-A3D7-A64FEFA86A1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299615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030D-AF34-5B53-737E-53F490C7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71D57-4204-60E5-D027-8DB4E7D8C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804BD-B198-7082-47C2-F0F8F7B6BA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47D58-FB5D-8BB4-5EDE-C148738DE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D3463-58A7-BD41-8B73-E4FEB1C77078}" type="datetimeFigureOut">
              <a:rPr lang="en-KR" smtClean="0"/>
              <a:t>6/16/25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3BC092-F022-F3E5-614C-7F38DE7C8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34F1B1-BE7A-7272-54FF-7D6EA4544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5F75C-2807-A44E-A3D7-A64FEFA86A1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45512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88F61-BEC1-2938-F57D-C4CE64289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9B8379-4F0D-D7B0-632B-FDB8F5DB01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A4B2EB-2CA4-64C7-8744-4C58868BF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FB48D3-CA2B-4EF9-C62D-8CAA0BE75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D3463-58A7-BD41-8B73-E4FEB1C77078}" type="datetimeFigureOut">
              <a:rPr lang="en-KR" smtClean="0"/>
              <a:t>6/16/25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41A2A1-BDEC-A24E-E52D-38C6C8B71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782E45-6F16-DB30-14B3-5E330709B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5F75C-2807-A44E-A3D7-A64FEFA86A1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54398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4F17C-39D1-5F9D-A4D1-393A6F6DD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04EA99-84DD-0E8B-EB85-9709FD8BF8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90139-9B3C-6390-11D1-7032B7DAE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D3463-58A7-BD41-8B73-E4FEB1C77078}" type="datetimeFigureOut">
              <a:rPr lang="en-KR" smtClean="0"/>
              <a:t>6/16/25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AEB65-7D60-E064-47A7-6D4A5B318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0011C-8E75-39C6-CC13-1A501758F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5F75C-2807-A44E-A3D7-A64FEFA86A1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3901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F5873D-D2BC-135F-CB4D-CCFCF88B90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4921E0-4C09-8ED3-08A7-B9A2196EC6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DEE32-A059-835C-FEB2-DC825319A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D3463-58A7-BD41-8B73-E4FEB1C77078}" type="datetimeFigureOut">
              <a:rPr lang="en-KR" smtClean="0"/>
              <a:t>6/16/25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2E79C-49F0-86CB-833A-2601C226D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F8E7A-E67A-1BAC-66C4-6EF928E6C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5F75C-2807-A44E-A3D7-A64FEFA86A1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428164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3C8771-26CE-94DE-2987-B124B3F61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D553C4-AC59-B089-92E0-646951DEF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BD38A-0DFC-7252-6B20-4072A5A1AA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DD3463-58A7-BD41-8B73-E4FEB1C77078}" type="datetimeFigureOut">
              <a:rPr lang="en-KR" smtClean="0"/>
              <a:t>6/16/25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85E3D-F3A1-15F8-2100-6C451D9E40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716FF-89B6-A7D9-0176-FB746C9730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E5F75C-2807-A44E-A3D7-A64FEFA86A1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70692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657B676-7FBF-1F83-9FAC-4E40C9FA2568}"/>
              </a:ext>
            </a:extLst>
          </p:cNvPr>
          <p:cNvGrpSpPr/>
          <p:nvPr/>
        </p:nvGrpSpPr>
        <p:grpSpPr>
          <a:xfrm>
            <a:off x="3261330" y="1399576"/>
            <a:ext cx="5305504" cy="2627357"/>
            <a:chOff x="3702765" y="1441617"/>
            <a:chExt cx="5305504" cy="2627357"/>
          </a:xfrm>
        </p:grpSpPr>
        <p:pic>
          <p:nvPicPr>
            <p:cNvPr id="5" name="Picture 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F0E93368-6721-34FB-7208-8761B1C3DA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6066" t="9009" r="8619" b="21982"/>
            <a:stretch>
              <a:fillRect/>
            </a:stretch>
          </p:blipFill>
          <p:spPr>
            <a:xfrm rot="951689">
              <a:off x="3702765" y="2907617"/>
              <a:ext cx="1025611" cy="93973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D928065-8BA0-2DC1-DB75-E9A6BA04A4AA}"/>
                </a:ext>
              </a:extLst>
            </p:cNvPr>
            <p:cNvSpPr txBox="1"/>
            <p:nvPr/>
          </p:nvSpPr>
          <p:spPr>
            <a:xfrm>
              <a:off x="4351283" y="3699642"/>
              <a:ext cx="14881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dirty="0"/>
                <a:t>Position: (x,y)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7711311-DEB3-206C-C253-822422E6D1A0}"/>
                </a:ext>
              </a:extLst>
            </p:cNvPr>
            <p:cNvSpPr txBox="1"/>
            <p:nvPr/>
          </p:nvSpPr>
          <p:spPr>
            <a:xfrm>
              <a:off x="5208019" y="2564585"/>
              <a:ext cx="17599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dirty="0"/>
                <a:t>Heading: h [rad]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6F9E12A-8843-8C28-BDC6-BEC117490244}"/>
                </a:ext>
              </a:extLst>
            </p:cNvPr>
            <p:cNvCxnSpPr/>
            <p:nvPr/>
          </p:nvCxnSpPr>
          <p:spPr>
            <a:xfrm flipV="1">
              <a:off x="4603531" y="1860331"/>
              <a:ext cx="1513489" cy="115613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B4024CE-A4E4-D0A7-DEAC-A6C38A8DD50E}"/>
                </a:ext>
              </a:extLst>
            </p:cNvPr>
            <p:cNvCxnSpPr/>
            <p:nvPr/>
          </p:nvCxnSpPr>
          <p:spPr>
            <a:xfrm>
              <a:off x="4603530" y="3016469"/>
              <a:ext cx="401495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8654926-2C83-7392-E080-52E9E64C981D}"/>
                </a:ext>
              </a:extLst>
            </p:cNvPr>
            <p:cNvSpPr txBox="1"/>
            <p:nvPr/>
          </p:nvSpPr>
          <p:spPr>
            <a:xfrm>
              <a:off x="8228697" y="3062923"/>
              <a:ext cx="7795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  <a:r>
                <a:rPr lang="en-KR" dirty="0"/>
                <a:t>-axis</a:t>
              </a:r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0BDC6A43-16F2-6275-111B-B36167A78AC3}"/>
                </a:ext>
              </a:extLst>
            </p:cNvPr>
            <p:cNvSpPr/>
            <p:nvPr/>
          </p:nvSpPr>
          <p:spPr>
            <a:xfrm>
              <a:off x="3969135" y="2394767"/>
              <a:ext cx="1243403" cy="1243403"/>
            </a:xfrm>
            <a:prstGeom prst="arc">
              <a:avLst>
                <a:gd name="adj1" fmla="val 19538699"/>
                <a:gd name="adj2" fmla="val 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996F34EC-6C49-718D-1458-CDC90CFF0554}"/>
                </a:ext>
              </a:extLst>
            </p:cNvPr>
            <p:cNvSpPr/>
            <p:nvPr/>
          </p:nvSpPr>
          <p:spPr>
            <a:xfrm>
              <a:off x="5195324" y="1441617"/>
              <a:ext cx="1243403" cy="1243403"/>
            </a:xfrm>
            <a:prstGeom prst="arc">
              <a:avLst>
                <a:gd name="adj1" fmla="val 17700436"/>
                <a:gd name="adj2" fmla="val 0"/>
              </a:avLst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A454820-931F-6E9E-1766-68549C58CEDA}"/>
                </a:ext>
              </a:extLst>
            </p:cNvPr>
            <p:cNvSpPr txBox="1"/>
            <p:nvPr/>
          </p:nvSpPr>
          <p:spPr>
            <a:xfrm>
              <a:off x="6438727" y="1493265"/>
              <a:ext cx="18592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dirty="0"/>
                <a:t>Control: u [rad/s]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383FD72-3934-A7AE-C22D-8E035D436986}"/>
                  </a:ext>
                </a:extLst>
              </p:cNvPr>
              <p:cNvSpPr txBox="1"/>
              <p:nvPr/>
            </p:nvSpPr>
            <p:spPr>
              <a:xfrm>
                <a:off x="4918840" y="4386939"/>
                <a:ext cx="278582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KR" dirty="0"/>
                  <a:t>Euler Method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𝒅𝒕</m:t>
                      </m:r>
                    </m:oMath>
                  </m:oMathPara>
                </a14:m>
                <a:endParaRPr lang="en-KR" b="1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383FD72-3934-A7AE-C22D-8E035D436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8840" y="4386939"/>
                <a:ext cx="2785827" cy="646331"/>
              </a:xfrm>
              <a:prstGeom prst="rect">
                <a:avLst/>
              </a:prstGeom>
              <a:blipFill>
                <a:blip r:embed="rId3"/>
                <a:stretch>
                  <a:fillRect l="-1818" t="-3846" b="-576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6710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33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Im, Jaehan</dc:creator>
  <cp:lastModifiedBy>Im, Jaehan</cp:lastModifiedBy>
  <cp:revision>1</cp:revision>
  <dcterms:created xsi:type="dcterms:W3CDTF">2025-06-16T18:08:30Z</dcterms:created>
  <dcterms:modified xsi:type="dcterms:W3CDTF">2025-06-16T18:20:32Z</dcterms:modified>
</cp:coreProperties>
</file>